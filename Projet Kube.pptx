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PT Sans"/>
      <p:regular r:id="rId18"/>
      <p:bold r:id="rId19"/>
      <p:italic r:id="rId20"/>
      <p:boldItalic r:id="rId21"/>
    </p:embeddedFont>
    <p:embeddedFont>
      <p:font typeface="Ex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italic.fntdata"/><Relationship Id="rId22" Type="http://schemas.openxmlformats.org/officeDocument/2006/relationships/font" Target="fonts/Exo-regular.fntdata"/><Relationship Id="rId21" Type="http://schemas.openxmlformats.org/officeDocument/2006/relationships/font" Target="fonts/PTSans-boldItalic.fntdata"/><Relationship Id="rId24" Type="http://schemas.openxmlformats.org/officeDocument/2006/relationships/font" Target="fonts/Exo-italic.fntdata"/><Relationship Id="rId23" Type="http://schemas.openxmlformats.org/officeDocument/2006/relationships/font" Target="fonts/Ex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Ex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TSans-bold.fntdata"/><Relationship Id="rId18" Type="http://schemas.openxmlformats.org/officeDocument/2006/relationships/font" Target="fonts/P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1" name="Google Shape;26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g3294258ad3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6" name="Google Shape;2716;g3294258ad3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0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Google Shape;2741;g32ba7cbb4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2" name="Google Shape;2742;g32ba7cbb4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33acb7978c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5" name="Google Shape;2765;g33acb7978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3acb7978c1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3acb7978c1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5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g33acb7978c1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7" name="Google Shape;2837;g33acb7978c1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33acb7978c1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33acb7978c1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7" name="Shape 2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Google Shape;2898;g32ba7cbb4f2_0_5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9" name="Google Shape;2899;g32ba7cbb4f2_0_5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7" name="Shape 2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33acb7978c1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33acb7978c1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0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33acb7978c1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33acb7978c1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33acb7978c1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5" name="Google Shape;3005;g33acb7978c1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g33acb7978c1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4" name="Google Shape;3034;g33acb7978c1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2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gf11272de0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4" name="Google Shape;3064;gf11272de0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"/>
          <p:cNvSpPr txBox="1"/>
          <p:nvPr>
            <p:ph hasCustomPrompt="1" idx="2" type="title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271" name="Google Shape;271;p4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9" name="Google Shape;349;p5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5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3" name="Google Shape;533;p7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8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9"/>
          <p:cNvSpPr txBox="1"/>
          <p:nvPr>
            <p:ph idx="1" type="subTitle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"/>
          <p:cNvSpPr txBox="1"/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11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1" name="Google Shape;971;p13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13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13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3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13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13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3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4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4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05" name="Google Shape;1105;p14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15"/>
          <p:cNvSpPr txBox="1"/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9" name="Google Shape;1189;p15"/>
          <p:cNvSpPr txBox="1"/>
          <p:nvPr>
            <p:ph idx="1" type="subTitle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0" name="Google Shape;1190;p15"/>
          <p:cNvSpPr txBox="1"/>
          <p:nvPr>
            <p:ph hasCustomPrompt="1" idx="2" type="title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16"/>
          <p:cNvSpPr txBox="1"/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4" name="Google Shape;1264;p16"/>
          <p:cNvSpPr txBox="1"/>
          <p:nvPr>
            <p:ph idx="1" type="subTitle"/>
          </p:nvPr>
        </p:nvSpPr>
        <p:spPr>
          <a:xfrm>
            <a:off x="3567000" y="3415875"/>
            <a:ext cx="4729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5" name="Google Shape;1265;p16"/>
          <p:cNvSpPr txBox="1"/>
          <p:nvPr>
            <p:ph hasCustomPrompt="1" idx="2" type="title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17"/>
          <p:cNvSpPr txBox="1"/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4" name="Google Shape;1344;p17"/>
          <p:cNvSpPr txBox="1"/>
          <p:nvPr>
            <p:ph idx="1" type="subTitle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18"/>
          <p:cNvSpPr txBox="1"/>
          <p:nvPr>
            <p:ph type="title"/>
          </p:nvPr>
        </p:nvSpPr>
        <p:spPr>
          <a:xfrm>
            <a:off x="865500" y="1323677"/>
            <a:ext cx="41661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1" name="Google Shape;1431;p18"/>
          <p:cNvSpPr txBox="1"/>
          <p:nvPr>
            <p:ph idx="1" type="subTitle"/>
          </p:nvPr>
        </p:nvSpPr>
        <p:spPr>
          <a:xfrm>
            <a:off x="865500" y="1966252"/>
            <a:ext cx="4166100" cy="19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9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2" name="Google Shape;1532;p19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19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4" name="Google Shape;1534;p19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6" name="Google Shape;1566;p19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7" name="Google Shape;1607;p20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8" name="Google Shape;1608;p20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20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2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8" name="Google Shape;1698;p21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21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21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1" name="Google Shape;1701;p21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21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3" name="Google Shape;1703;p21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22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1" name="Google Shape;1781;p22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22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3" name="Google Shape;1783;p22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5" name="Google Shape;1785;p22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7" name="Google Shape;1787;p22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95" name="Google Shape;1895;p23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6" name="Google Shape;1896;p23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23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8" name="Google Shape;1898;p23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23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0" name="Google Shape;1900;p23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3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2" name="Google Shape;1902;p23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3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4" name="Google Shape;1904;p23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3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6" name="Google Shape;1906;p23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9" name="Google Shape;2219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2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1" name="Google Shape;2261;p26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2" name="Google Shape;2262;p26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3" name="Google Shape;2263;p26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5" name="Google Shape;2265;p26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6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8" name="Google Shape;2268;p26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9" name="Google Shape;2269;p26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7" name="Google Shape;2347;p27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48" name="Google Shape;2348;p27"/>
          <p:cNvSpPr txBox="1"/>
          <p:nvPr>
            <p:ph idx="1" type="subTitle"/>
          </p:nvPr>
        </p:nvSpPr>
        <p:spPr>
          <a:xfrm>
            <a:off x="2335650" y="1775000"/>
            <a:ext cx="4472700" cy="101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p30"/>
          <p:cNvSpPr/>
          <p:nvPr/>
        </p:nvSpPr>
        <p:spPr>
          <a:xfrm>
            <a:off x="2130750" y="3329973"/>
            <a:ext cx="4882500" cy="399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30"/>
          <p:cNvSpPr txBox="1"/>
          <p:nvPr>
            <p:ph idx="1" type="subTitle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Présentation</a:t>
            </a:r>
            <a:endParaRPr/>
          </a:p>
        </p:txBody>
      </p:sp>
      <p:grpSp>
        <p:nvGrpSpPr>
          <p:cNvPr id="2655" name="Google Shape;2655;p30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56" name="Google Shape;2656;p3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2" name="Google Shape;2662;p30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663" name="Google Shape;2663;p3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9" name="Google Shape;2669;p30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670" name="Google Shape;2670;p3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5" name="Google Shape;2675;p30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676" name="Google Shape;2676;p30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77" name="Google Shape;2677;p3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3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3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3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3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3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3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3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3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3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7" name="Google Shape;2687;p30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88" name="Google Shape;2688;p3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3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3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3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3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3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3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3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3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3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98" name="Google Shape;2698;p30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699" name="Google Shape;2699;p3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3" name="Google Shape;2713;p30"/>
          <p:cNvSpPr txBox="1"/>
          <p:nvPr>
            <p:ph type="ctrTitle"/>
          </p:nvPr>
        </p:nvSpPr>
        <p:spPr>
          <a:xfrm>
            <a:off x="1050300" y="1241825"/>
            <a:ext cx="7043400" cy="17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accent2"/>
                </a:solidFill>
              </a:rPr>
              <a:t>Projet Kubernetes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31"/>
          <p:cNvSpPr/>
          <p:nvPr/>
        </p:nvSpPr>
        <p:spPr>
          <a:xfrm>
            <a:off x="1812673" y="3950271"/>
            <a:ext cx="1984200" cy="399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31"/>
          <p:cNvSpPr/>
          <p:nvPr/>
        </p:nvSpPr>
        <p:spPr>
          <a:xfrm>
            <a:off x="3579902" y="2401200"/>
            <a:ext cx="1984200" cy="48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31"/>
          <p:cNvSpPr/>
          <p:nvPr/>
        </p:nvSpPr>
        <p:spPr>
          <a:xfrm>
            <a:off x="1067075" y="2401200"/>
            <a:ext cx="1984200" cy="48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3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Sommaires</a:t>
            </a:r>
            <a:endParaRPr sz="3200">
              <a:solidFill>
                <a:schemeClr val="accent2"/>
              </a:solidFill>
            </a:endParaRPr>
          </a:p>
        </p:txBody>
      </p:sp>
      <p:sp>
        <p:nvSpPr>
          <p:cNvPr id="2722" name="Google Shape;2722;p31"/>
          <p:cNvSpPr txBox="1"/>
          <p:nvPr>
            <p:ph idx="2" type="title"/>
          </p:nvPr>
        </p:nvSpPr>
        <p:spPr>
          <a:xfrm>
            <a:off x="1120416" y="2477368"/>
            <a:ext cx="1877400" cy="3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723" name="Google Shape;2723;p31"/>
          <p:cNvSpPr txBox="1"/>
          <p:nvPr>
            <p:ph idx="3" type="title"/>
          </p:nvPr>
        </p:nvSpPr>
        <p:spPr>
          <a:xfrm>
            <a:off x="1120416" y="1826875"/>
            <a:ext cx="1877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24" name="Google Shape;2724;p31"/>
          <p:cNvSpPr txBox="1"/>
          <p:nvPr>
            <p:ph idx="4" type="title"/>
          </p:nvPr>
        </p:nvSpPr>
        <p:spPr>
          <a:xfrm>
            <a:off x="3646610" y="2477368"/>
            <a:ext cx="1851000" cy="3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 Ingress</a:t>
            </a:r>
            <a:endParaRPr/>
          </a:p>
        </p:txBody>
      </p:sp>
      <p:sp>
        <p:nvSpPr>
          <p:cNvPr id="2725" name="Google Shape;2725;p31"/>
          <p:cNvSpPr txBox="1"/>
          <p:nvPr>
            <p:ph idx="6" type="title"/>
          </p:nvPr>
        </p:nvSpPr>
        <p:spPr>
          <a:xfrm>
            <a:off x="3646606" y="1826875"/>
            <a:ext cx="1851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26" name="Google Shape;2726;p31"/>
          <p:cNvSpPr txBox="1"/>
          <p:nvPr>
            <p:ph idx="16" type="title"/>
          </p:nvPr>
        </p:nvSpPr>
        <p:spPr>
          <a:xfrm>
            <a:off x="1879381" y="4013124"/>
            <a:ext cx="1851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Prometheus </a:t>
            </a:r>
            <a:endParaRPr/>
          </a:p>
        </p:txBody>
      </p:sp>
      <p:sp>
        <p:nvSpPr>
          <p:cNvPr id="2727" name="Google Shape;2727;p31"/>
          <p:cNvSpPr txBox="1"/>
          <p:nvPr>
            <p:ph idx="18" type="title"/>
          </p:nvPr>
        </p:nvSpPr>
        <p:spPr>
          <a:xfrm>
            <a:off x="1879381" y="3375917"/>
            <a:ext cx="1851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728" name="Google Shape;2728;p31"/>
          <p:cNvGrpSpPr/>
          <p:nvPr/>
        </p:nvGrpSpPr>
        <p:grpSpPr>
          <a:xfrm>
            <a:off x="8364969" y="3950887"/>
            <a:ext cx="1520982" cy="302065"/>
            <a:chOff x="5642557" y="-150670"/>
            <a:chExt cx="1520982" cy="302065"/>
          </a:xfrm>
        </p:grpSpPr>
        <p:sp>
          <p:nvSpPr>
            <p:cNvPr id="2729" name="Google Shape;2729;p3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4" name="Google Shape;2734;p31"/>
          <p:cNvSpPr/>
          <p:nvPr/>
        </p:nvSpPr>
        <p:spPr>
          <a:xfrm>
            <a:off x="6275823" y="2486096"/>
            <a:ext cx="1984200" cy="399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31"/>
          <p:cNvSpPr txBox="1"/>
          <p:nvPr>
            <p:ph idx="16" type="title"/>
          </p:nvPr>
        </p:nvSpPr>
        <p:spPr>
          <a:xfrm>
            <a:off x="6342531" y="2548949"/>
            <a:ext cx="1851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Micro-service</a:t>
            </a:r>
            <a:endParaRPr/>
          </a:p>
        </p:txBody>
      </p:sp>
      <p:sp>
        <p:nvSpPr>
          <p:cNvPr id="2736" name="Google Shape;2736;p31"/>
          <p:cNvSpPr txBox="1"/>
          <p:nvPr>
            <p:ph idx="18" type="title"/>
          </p:nvPr>
        </p:nvSpPr>
        <p:spPr>
          <a:xfrm>
            <a:off x="6342531" y="1911742"/>
            <a:ext cx="1851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37" name="Google Shape;2737;p31"/>
          <p:cNvSpPr/>
          <p:nvPr/>
        </p:nvSpPr>
        <p:spPr>
          <a:xfrm>
            <a:off x="5249823" y="3950271"/>
            <a:ext cx="1984200" cy="399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31"/>
          <p:cNvSpPr txBox="1"/>
          <p:nvPr>
            <p:ph idx="16" type="title"/>
          </p:nvPr>
        </p:nvSpPr>
        <p:spPr>
          <a:xfrm>
            <a:off x="5316531" y="4013124"/>
            <a:ext cx="1851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Elastic</a:t>
            </a:r>
            <a:r>
              <a:rPr lang="en"/>
              <a:t>/Kibana</a:t>
            </a:r>
            <a:endParaRPr/>
          </a:p>
        </p:txBody>
      </p:sp>
      <p:sp>
        <p:nvSpPr>
          <p:cNvPr id="2739" name="Google Shape;2739;p31"/>
          <p:cNvSpPr txBox="1"/>
          <p:nvPr>
            <p:ph idx="18" type="title"/>
          </p:nvPr>
        </p:nvSpPr>
        <p:spPr>
          <a:xfrm>
            <a:off x="5316531" y="3375917"/>
            <a:ext cx="1851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3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p3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745" name="Google Shape;2745;p32"/>
          <p:cNvSpPr/>
          <p:nvPr/>
        </p:nvSpPr>
        <p:spPr>
          <a:xfrm>
            <a:off x="3101700" y="1213950"/>
            <a:ext cx="2940600" cy="399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Application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746" name="Google Shape;2746;p32"/>
          <p:cNvSpPr/>
          <p:nvPr/>
        </p:nvSpPr>
        <p:spPr>
          <a:xfrm>
            <a:off x="2850625" y="3630175"/>
            <a:ext cx="3423900" cy="938700"/>
          </a:xfrm>
          <a:prstGeom prst="roundRect">
            <a:avLst>
              <a:gd fmla="val 18419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32"/>
          <p:cNvSpPr txBox="1"/>
          <p:nvPr/>
        </p:nvSpPr>
        <p:spPr>
          <a:xfrm>
            <a:off x="2869475" y="3813175"/>
            <a:ext cx="3423900" cy="5727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Leo.B &amp; Kylian.B &amp; Paco.H</a:t>
            </a:r>
            <a:endParaRPr b="1" sz="2500">
              <a:solidFill>
                <a:schemeClr val="accent2"/>
              </a:solidFill>
              <a:latin typeface="Exo"/>
              <a:ea typeface="Exo"/>
              <a:cs typeface="Exo"/>
              <a:sym typeface="Exo"/>
            </a:endParaRPr>
          </a:p>
        </p:txBody>
      </p:sp>
      <p:grpSp>
        <p:nvGrpSpPr>
          <p:cNvPr id="2748" name="Google Shape;2748;p32"/>
          <p:cNvGrpSpPr/>
          <p:nvPr/>
        </p:nvGrpSpPr>
        <p:grpSpPr>
          <a:xfrm>
            <a:off x="8186645" y="925129"/>
            <a:ext cx="2297800" cy="347400"/>
            <a:chOff x="7805645" y="2296729"/>
            <a:chExt cx="2297800" cy="347400"/>
          </a:xfrm>
        </p:grpSpPr>
        <p:sp>
          <p:nvSpPr>
            <p:cNvPr id="2749" name="Google Shape;2749;p32"/>
            <p:cNvSpPr/>
            <p:nvPr/>
          </p:nvSpPr>
          <p:spPr>
            <a:xfrm flipH="1">
              <a:off x="8108745" y="2576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2"/>
            <p:cNvSpPr/>
            <p:nvPr/>
          </p:nvSpPr>
          <p:spPr>
            <a:xfrm flipH="1">
              <a:off x="7805645" y="2296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1" name="Google Shape;2751;p32"/>
          <p:cNvGrpSpPr/>
          <p:nvPr/>
        </p:nvGrpSpPr>
        <p:grpSpPr>
          <a:xfrm flipH="1" rot="5400000">
            <a:off x="185402" y="2892328"/>
            <a:ext cx="883262" cy="242091"/>
            <a:chOff x="2300350" y="2601250"/>
            <a:chExt cx="2275275" cy="623625"/>
          </a:xfrm>
        </p:grpSpPr>
        <p:sp>
          <p:nvSpPr>
            <p:cNvPr id="2752" name="Google Shape;2752;p3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58" name="Google Shape;27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563" y="1999400"/>
            <a:ext cx="1101599" cy="1070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9" name="Google Shape;275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6113" y="1944288"/>
            <a:ext cx="1180650" cy="118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0" name="Google Shape;276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775" y="1999420"/>
            <a:ext cx="1918562" cy="10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1" name="Google Shape;276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2223" y="1944302"/>
            <a:ext cx="1180650" cy="118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2" name="Google Shape;276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6850" y="1828375"/>
            <a:ext cx="1412500" cy="141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7" name="Google Shape;2767;p33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2768" name="Google Shape;2768;p3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69" name="Google Shape;2769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1" name="Google Shape;2771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2" name="Google Shape;2772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3" name="Google Shape;2773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4" name="Google Shape;2774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5" name="Google Shape;2775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6" name="Google Shape;2776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7" name="Google Shape;2777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8" name="Google Shape;2778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9" name="Google Shape;2779;p3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80" name="Google Shape;2780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1" name="Google Shape;2781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2" name="Google Shape;2782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3" name="Google Shape;2783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4" name="Google Shape;2784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9" name="Google Shape;2789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90" name="Google Shape;2790;p33"/>
          <p:cNvSpPr/>
          <p:nvPr/>
        </p:nvSpPr>
        <p:spPr>
          <a:xfrm>
            <a:off x="670025" y="2822800"/>
            <a:ext cx="2473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Controller</a:t>
            </a: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-ingress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791" name="Google Shape;2791;p33"/>
          <p:cNvSpPr/>
          <p:nvPr/>
        </p:nvSpPr>
        <p:spPr>
          <a:xfrm>
            <a:off x="6139726" y="2822800"/>
            <a:ext cx="22911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Monitoring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cxnSp>
        <p:nvCxnSpPr>
          <p:cNvPr id="2792" name="Google Shape;2792;p33"/>
          <p:cNvCxnSpPr>
            <a:stCxn id="2793" idx="2"/>
            <a:endCxn id="2790" idx="0"/>
          </p:cNvCxnSpPr>
          <p:nvPr/>
        </p:nvCxnSpPr>
        <p:spPr>
          <a:xfrm flipH="1">
            <a:off x="1906625" y="1911400"/>
            <a:ext cx="2716200" cy="911400"/>
          </a:xfrm>
          <a:prstGeom prst="bentConnector2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4" name="Google Shape;2794;p33"/>
          <p:cNvCxnSpPr>
            <a:stCxn id="2793" idx="2"/>
            <a:endCxn id="2791" idx="0"/>
          </p:cNvCxnSpPr>
          <p:nvPr/>
        </p:nvCxnSpPr>
        <p:spPr>
          <a:xfrm>
            <a:off x="4574776" y="1911400"/>
            <a:ext cx="2710500" cy="911400"/>
          </a:xfrm>
          <a:prstGeom prst="bentConnector2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5" name="Google Shape;2795;p33"/>
          <p:cNvCxnSpPr>
            <a:stCxn id="2796" idx="2"/>
            <a:endCxn id="2796" idx="2"/>
          </p:cNvCxnSpPr>
          <p:nvPr/>
        </p:nvCxnSpPr>
        <p:spPr>
          <a:xfrm flipH="1" rot="-5400000">
            <a:off x="4572000" y="1794907"/>
            <a:ext cx="600" cy="600"/>
          </a:xfrm>
          <a:prstGeom prst="bentConnector3">
            <a:avLst>
              <a:gd fmla="val 19773806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97" name="Google Shape;2797;p33"/>
          <p:cNvGrpSpPr/>
          <p:nvPr/>
        </p:nvGrpSpPr>
        <p:grpSpPr>
          <a:xfrm rot="5400000">
            <a:off x="7120350" y="672900"/>
            <a:ext cx="98902" cy="553090"/>
            <a:chOff x="4898850" y="4820550"/>
            <a:chExt cx="98902" cy="553090"/>
          </a:xfrm>
        </p:grpSpPr>
        <p:sp>
          <p:nvSpPr>
            <p:cNvPr id="2798" name="Google Shape;2798;p3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6" name="Google Shape;2796;p33"/>
          <p:cNvSpPr/>
          <p:nvPr/>
        </p:nvSpPr>
        <p:spPr>
          <a:xfrm>
            <a:off x="3426450" y="914407"/>
            <a:ext cx="22911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Kubernetes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803" name="Google Shape;2803;p33"/>
          <p:cNvSpPr/>
          <p:nvPr/>
        </p:nvSpPr>
        <p:spPr>
          <a:xfrm>
            <a:off x="3444513" y="2866832"/>
            <a:ext cx="22911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Micro-service Helm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cxnSp>
        <p:nvCxnSpPr>
          <p:cNvPr id="2804" name="Google Shape;2804;p33"/>
          <p:cNvCxnSpPr/>
          <p:nvPr/>
        </p:nvCxnSpPr>
        <p:spPr>
          <a:xfrm flipH="1" rot="-5400000">
            <a:off x="4054175" y="2277882"/>
            <a:ext cx="1071900" cy="18000"/>
          </a:xfrm>
          <a:prstGeom prst="bentConnector3">
            <a:avLst>
              <a:gd fmla="val 103418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9" name="Google Shape;2809;p34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2810" name="Google Shape;2810;p3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11" name="Google Shape;2811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3" name="Google Shape;2813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4" name="Google Shape;2814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0" name="Google Shape;2820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1" name="Google Shape;2821;p3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22" name="Google Shape;2822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5" name="Google Shape;2825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6" name="Google Shape;2826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7" name="Google Shape;2827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32" name="Google Shape;2832;p34"/>
          <p:cNvSpPr/>
          <p:nvPr/>
        </p:nvSpPr>
        <p:spPr>
          <a:xfrm>
            <a:off x="3357900" y="413150"/>
            <a:ext cx="2428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Controller-ingress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833" name="Google Shape;28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6050"/>
            <a:ext cx="5466219" cy="2936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4" name="Google Shape;283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2475" y="1293650"/>
            <a:ext cx="28194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8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9" name="Google Shape;2839;p35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2840" name="Google Shape;2840;p3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41" name="Google Shape;2841;p3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3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3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3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3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3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3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3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3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0" name="Google Shape;2850;p3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1" name="Google Shape;2851;p3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52" name="Google Shape;2852;p3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3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3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3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6" name="Google Shape;2856;p3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7" name="Google Shape;2857;p3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8" name="Google Shape;2858;p3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3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3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3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62" name="Google Shape;2862;p35"/>
          <p:cNvSpPr/>
          <p:nvPr/>
        </p:nvSpPr>
        <p:spPr>
          <a:xfrm>
            <a:off x="3357900" y="413150"/>
            <a:ext cx="2428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Micro-service Helm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863" name="Google Shape;28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275" y="877350"/>
            <a:ext cx="1675175" cy="365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4" name="Google Shape;286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1375" y="1359900"/>
            <a:ext cx="3355592" cy="293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6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2870" name="Google Shape;2870;p36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71" name="Google Shape;2871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2" name="Google Shape;2872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3" name="Google Shape;2873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4" name="Google Shape;2874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5" name="Google Shape;2875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6" name="Google Shape;2876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7" name="Google Shape;2877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8" name="Google Shape;2878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9" name="Google Shape;2879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0" name="Google Shape;2880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81" name="Google Shape;2881;p36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82" name="Google Shape;2882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3" name="Google Shape;2883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4" name="Google Shape;2884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5" name="Google Shape;2885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6" name="Google Shape;2886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7" name="Google Shape;2887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8" name="Google Shape;2888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9" name="Google Shape;2889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0" name="Google Shape;2890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1" name="Google Shape;2891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92" name="Google Shape;2892;p36"/>
          <p:cNvSpPr/>
          <p:nvPr/>
        </p:nvSpPr>
        <p:spPr>
          <a:xfrm>
            <a:off x="3357900" y="413150"/>
            <a:ext cx="2428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Micro-service Helm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893" name="Google Shape;28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125" y="1427325"/>
            <a:ext cx="1819275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4" name="Google Shape;2894;p36"/>
          <p:cNvSpPr txBox="1"/>
          <p:nvPr/>
        </p:nvSpPr>
        <p:spPr>
          <a:xfrm>
            <a:off x="725200" y="1057325"/>
            <a:ext cx="18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Chart Helm</a:t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895" name="Google Shape;289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9600" y="767150"/>
            <a:ext cx="2342585" cy="39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6" name="Google Shape;289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8401" y="1568000"/>
            <a:ext cx="3907200" cy="20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1" name="Google Shape;2901;p37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2902" name="Google Shape;2902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03" name="Google Shape;2903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4" name="Google Shape;2904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5" name="Google Shape;2905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6" name="Google Shape;2906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7" name="Google Shape;2907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8" name="Google Shape;2908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9" name="Google Shape;2909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0" name="Google Shape;2910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1" name="Google Shape;2911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2" name="Google Shape;2912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13" name="Google Shape;2913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14" name="Google Shape;2914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5" name="Google Shape;2915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6" name="Google Shape;2916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7" name="Google Shape;2917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8" name="Google Shape;2918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9" name="Google Shape;2919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3" name="Google Shape;2923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24" name="Google Shape;2924;p37"/>
          <p:cNvSpPr/>
          <p:nvPr/>
        </p:nvSpPr>
        <p:spPr>
          <a:xfrm>
            <a:off x="749300" y="2822807"/>
            <a:ext cx="22911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Prometheus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925" name="Google Shape;2925;p37"/>
          <p:cNvSpPr/>
          <p:nvPr/>
        </p:nvSpPr>
        <p:spPr>
          <a:xfrm>
            <a:off x="6139726" y="2822800"/>
            <a:ext cx="22911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ElasticSearch / Kibana / FileBeat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cxnSp>
        <p:nvCxnSpPr>
          <p:cNvPr id="2926" name="Google Shape;2926;p37"/>
          <p:cNvCxnSpPr>
            <a:stCxn id="2927" idx="2"/>
            <a:endCxn id="2924" idx="0"/>
          </p:cNvCxnSpPr>
          <p:nvPr/>
        </p:nvCxnSpPr>
        <p:spPr>
          <a:xfrm flipH="1">
            <a:off x="1894850" y="1911407"/>
            <a:ext cx="2716200" cy="911400"/>
          </a:xfrm>
          <a:prstGeom prst="bentConnector2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8" name="Google Shape;2928;p37"/>
          <p:cNvCxnSpPr>
            <a:stCxn id="2927" idx="2"/>
            <a:endCxn id="2925" idx="0"/>
          </p:cNvCxnSpPr>
          <p:nvPr/>
        </p:nvCxnSpPr>
        <p:spPr>
          <a:xfrm>
            <a:off x="4574776" y="1911400"/>
            <a:ext cx="2710500" cy="911400"/>
          </a:xfrm>
          <a:prstGeom prst="bentConnector2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9" name="Google Shape;2929;p37"/>
          <p:cNvCxnSpPr>
            <a:stCxn id="2930" idx="2"/>
            <a:endCxn id="2930" idx="2"/>
          </p:cNvCxnSpPr>
          <p:nvPr/>
        </p:nvCxnSpPr>
        <p:spPr>
          <a:xfrm flipH="1" rot="-5400000">
            <a:off x="4587575" y="1794900"/>
            <a:ext cx="600" cy="600"/>
          </a:xfrm>
          <a:prstGeom prst="bentConnector3">
            <a:avLst>
              <a:gd fmla="val 16750000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31" name="Google Shape;2931;p37"/>
          <p:cNvGrpSpPr/>
          <p:nvPr/>
        </p:nvGrpSpPr>
        <p:grpSpPr>
          <a:xfrm rot="5400000">
            <a:off x="7120350" y="672900"/>
            <a:ext cx="98902" cy="553090"/>
            <a:chOff x="4898850" y="4820550"/>
            <a:chExt cx="98902" cy="553090"/>
          </a:xfrm>
        </p:grpSpPr>
        <p:sp>
          <p:nvSpPr>
            <p:cNvPr id="2932" name="Google Shape;2932;p3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0" name="Google Shape;2930;p37"/>
          <p:cNvSpPr/>
          <p:nvPr/>
        </p:nvSpPr>
        <p:spPr>
          <a:xfrm>
            <a:off x="3382025" y="914400"/>
            <a:ext cx="24111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Monitoring / Logs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1" name="Google Shape;2941;p38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2942" name="Google Shape;2942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43" name="Google Shape;2943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4" name="Google Shape;2944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5" name="Google Shape;2945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7" name="Google Shape;2947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8" name="Google Shape;2948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0" name="Google Shape;2950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1" name="Google Shape;2951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2" name="Google Shape;2952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3" name="Google Shape;2953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54" name="Google Shape;2954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7" name="Google Shape;2957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8" name="Google Shape;2958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9" name="Google Shape;2959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0" name="Google Shape;2960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2" name="Google Shape;2962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3" name="Google Shape;2963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64" name="Google Shape;2964;p38"/>
          <p:cNvSpPr/>
          <p:nvPr/>
        </p:nvSpPr>
        <p:spPr>
          <a:xfrm>
            <a:off x="3357900" y="413150"/>
            <a:ext cx="2428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Prometheus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965" name="Google Shape;29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563" y="2902000"/>
            <a:ext cx="8232874" cy="143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6" name="Google Shape;296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300" y="1551513"/>
            <a:ext cx="74676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7" name="Google Shape;2967;p38"/>
          <p:cNvSpPr txBox="1"/>
          <p:nvPr/>
        </p:nvSpPr>
        <p:spPr>
          <a:xfrm>
            <a:off x="707675" y="1058925"/>
            <a:ext cx="188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Pods is running</a:t>
            </a:r>
            <a:endParaRPr b="1"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68" name="Google Shape;2968;p38"/>
          <p:cNvSpPr txBox="1"/>
          <p:nvPr/>
        </p:nvSpPr>
        <p:spPr>
          <a:xfrm>
            <a:off x="707675" y="2477850"/>
            <a:ext cx="188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Interface</a:t>
            </a:r>
            <a:endParaRPr b="1"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969" name="Google Shape;296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9523" y="1461264"/>
            <a:ext cx="1180650" cy="118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4" name="Google Shape;2974;p39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2975" name="Google Shape;2975;p3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76" name="Google Shape;2976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6" name="Google Shape;2986;p3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87" name="Google Shape;2987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97" name="Google Shape;2997;p39"/>
          <p:cNvSpPr/>
          <p:nvPr/>
        </p:nvSpPr>
        <p:spPr>
          <a:xfrm>
            <a:off x="3357900" y="413150"/>
            <a:ext cx="2428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ElasticSearch / Kibana / FileBeat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998" name="Google Shape;29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00" y="1586800"/>
            <a:ext cx="7572375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9" name="Google Shape;2999;p39"/>
          <p:cNvSpPr txBox="1"/>
          <p:nvPr/>
        </p:nvSpPr>
        <p:spPr>
          <a:xfrm>
            <a:off x="4716150" y="3390075"/>
            <a:ext cx="1339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ElasticSearch</a:t>
            </a:r>
            <a:endParaRPr b="1"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(Le Cerveau)</a:t>
            </a:r>
            <a:endParaRPr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000" name="Google Shape;3000;p39"/>
          <p:cNvSpPr txBox="1"/>
          <p:nvPr/>
        </p:nvSpPr>
        <p:spPr>
          <a:xfrm>
            <a:off x="6600187" y="3390075"/>
            <a:ext cx="1595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Kibana</a:t>
            </a:r>
            <a:endParaRPr b="1"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(Le Beau gosse)</a:t>
            </a:r>
            <a:endParaRPr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001" name="Google Shape;3001;p39"/>
          <p:cNvSpPr txBox="1"/>
          <p:nvPr/>
        </p:nvSpPr>
        <p:spPr>
          <a:xfrm>
            <a:off x="2832138" y="3390075"/>
            <a:ext cx="1339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FileBeat</a:t>
            </a:r>
            <a:endParaRPr b="1"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(Le mangeur)</a:t>
            </a:r>
            <a:endParaRPr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002" name="Google Shape;3002;p39"/>
          <p:cNvSpPr txBox="1"/>
          <p:nvPr/>
        </p:nvSpPr>
        <p:spPr>
          <a:xfrm>
            <a:off x="1113748" y="3390075"/>
            <a:ext cx="1174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Pods</a:t>
            </a:r>
            <a:endParaRPr b="1"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(Les logs)</a:t>
            </a:r>
            <a:endParaRPr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6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7" name="Google Shape;3007;p40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3008" name="Google Shape;3008;p40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009" name="Google Shape;3009;p4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4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4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4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4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4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4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4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4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4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9" name="Google Shape;3019;p40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020" name="Google Shape;3020;p4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4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4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4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4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4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6" name="Google Shape;3026;p4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7" name="Google Shape;3027;p4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4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4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30" name="Google Shape;3030;p40"/>
          <p:cNvSpPr/>
          <p:nvPr/>
        </p:nvSpPr>
        <p:spPr>
          <a:xfrm>
            <a:off x="3357900" y="413150"/>
            <a:ext cx="2428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ElasticSearch / Kibana / FileBeat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3031" name="Google Shape;303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13" y="1409725"/>
            <a:ext cx="8106176" cy="29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5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6" name="Google Shape;3036;p41"/>
          <p:cNvGrpSpPr/>
          <p:nvPr/>
        </p:nvGrpSpPr>
        <p:grpSpPr>
          <a:xfrm>
            <a:off x="2589567" y="4534592"/>
            <a:ext cx="1105976" cy="133969"/>
            <a:chOff x="8183182" y="663852"/>
            <a:chExt cx="1475028" cy="178673"/>
          </a:xfrm>
        </p:grpSpPr>
        <p:grpSp>
          <p:nvGrpSpPr>
            <p:cNvPr id="3037" name="Google Shape;3037;p4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038" name="Google Shape;3038;p4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4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4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4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4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4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4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4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4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4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8" name="Google Shape;3048;p4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049" name="Google Shape;3049;p4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4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4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4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4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4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5" name="Google Shape;3055;p4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6" name="Google Shape;3056;p4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4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4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59" name="Google Shape;3059;p41"/>
          <p:cNvSpPr/>
          <p:nvPr/>
        </p:nvSpPr>
        <p:spPr>
          <a:xfrm>
            <a:off x="3357900" y="413150"/>
            <a:ext cx="2428200" cy="8805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DEMO</a:t>
            </a:r>
            <a:endParaRPr b="1" sz="1800">
              <a:solidFill>
                <a:schemeClr val="lt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3060" name="Google Shape;30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088" y="1347925"/>
            <a:ext cx="2519825" cy="335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1" name="Google Shape;3061;p41"/>
          <p:cNvSpPr txBox="1"/>
          <p:nvPr/>
        </p:nvSpPr>
        <p:spPr>
          <a:xfrm>
            <a:off x="887913" y="1449175"/>
            <a:ext cx="4509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Ingress-</a:t>
            </a: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Controller</a:t>
            </a: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: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T Sans"/>
              <a:buChar char="-"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Traefik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Helm + MicroService: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T Sans"/>
              <a:buChar char="-"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Chart-Helm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T Sans"/>
              <a:buChar char="-"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Resources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Bilan de Santé: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T Sans"/>
              <a:buChar char="-"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Prometheus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Logs: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T Sans"/>
              <a:buChar char="-"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Kibana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T Sans"/>
              <a:buChar char="-"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ElasticSearch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T Sans"/>
              <a:buChar char="-"/>
            </a:pPr>
            <a:r>
              <a:rPr lang="en"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FileBeat</a:t>
            </a:r>
            <a:endParaRPr sz="15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5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p42"/>
          <p:cNvSpPr/>
          <p:nvPr/>
        </p:nvSpPr>
        <p:spPr>
          <a:xfrm>
            <a:off x="922050" y="4010771"/>
            <a:ext cx="7299900" cy="58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42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 questions ?</a:t>
            </a:r>
            <a:endParaRPr/>
          </a:p>
        </p:txBody>
      </p:sp>
      <p:grpSp>
        <p:nvGrpSpPr>
          <p:cNvPr id="3068" name="Google Shape;3068;p42"/>
          <p:cNvGrpSpPr/>
          <p:nvPr/>
        </p:nvGrpSpPr>
        <p:grpSpPr>
          <a:xfrm>
            <a:off x="8058476" y="4879932"/>
            <a:ext cx="1252897" cy="51000"/>
            <a:chOff x="2915381" y="4104819"/>
            <a:chExt cx="1252897" cy="51000"/>
          </a:xfrm>
        </p:grpSpPr>
        <p:sp>
          <p:nvSpPr>
            <p:cNvPr id="3069" name="Google Shape;3069;p4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4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4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4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4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4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4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4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4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4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4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4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4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4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3" name="Google Shape;3083;p42"/>
          <p:cNvSpPr/>
          <p:nvPr/>
        </p:nvSpPr>
        <p:spPr>
          <a:xfrm flipH="1">
            <a:off x="8554554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4" name="Google Shape;3084;p42"/>
          <p:cNvGrpSpPr/>
          <p:nvPr/>
        </p:nvGrpSpPr>
        <p:grpSpPr>
          <a:xfrm flipH="1" rot="5400000">
            <a:off x="8517601" y="-295650"/>
            <a:ext cx="302065" cy="1520982"/>
            <a:chOff x="-108754" y="2690919"/>
            <a:chExt cx="302065" cy="1520982"/>
          </a:xfrm>
        </p:grpSpPr>
        <p:sp>
          <p:nvSpPr>
            <p:cNvPr id="3085" name="Google Shape;3085;p4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4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4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4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4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0" name="Google Shape;3090;p42"/>
          <p:cNvGrpSpPr/>
          <p:nvPr/>
        </p:nvGrpSpPr>
        <p:grpSpPr>
          <a:xfrm>
            <a:off x="7805645" y="2296729"/>
            <a:ext cx="2297800" cy="347400"/>
            <a:chOff x="7805645" y="2296729"/>
            <a:chExt cx="2297800" cy="347400"/>
          </a:xfrm>
        </p:grpSpPr>
        <p:sp>
          <p:nvSpPr>
            <p:cNvPr id="3091" name="Google Shape;3091;p42"/>
            <p:cNvSpPr/>
            <p:nvPr/>
          </p:nvSpPr>
          <p:spPr>
            <a:xfrm flipH="1">
              <a:off x="8108745" y="2576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42"/>
            <p:cNvSpPr/>
            <p:nvPr/>
          </p:nvSpPr>
          <p:spPr>
            <a:xfrm flipH="1">
              <a:off x="7805645" y="2296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3" name="Google Shape;3093;p42"/>
          <p:cNvSpPr/>
          <p:nvPr/>
        </p:nvSpPr>
        <p:spPr>
          <a:xfrm rot="-5400000">
            <a:off x="348812" y="-1229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4" name="Google Shape;3094;p42"/>
          <p:cNvGrpSpPr/>
          <p:nvPr/>
        </p:nvGrpSpPr>
        <p:grpSpPr>
          <a:xfrm rot="10800000">
            <a:off x="-11" y="398178"/>
            <a:ext cx="883262" cy="242091"/>
            <a:chOff x="2300350" y="2601250"/>
            <a:chExt cx="2275275" cy="623625"/>
          </a:xfrm>
        </p:grpSpPr>
        <p:sp>
          <p:nvSpPr>
            <p:cNvPr id="3095" name="Google Shape;3095;p4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4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4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4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4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4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1" name="Google Shape;3101;p42"/>
          <p:cNvGrpSpPr/>
          <p:nvPr/>
        </p:nvGrpSpPr>
        <p:grpSpPr>
          <a:xfrm>
            <a:off x="442736" y="3589512"/>
            <a:ext cx="1105976" cy="133969"/>
            <a:chOff x="8183182" y="663852"/>
            <a:chExt cx="1475028" cy="178673"/>
          </a:xfrm>
        </p:grpSpPr>
        <p:grpSp>
          <p:nvGrpSpPr>
            <p:cNvPr id="3102" name="Google Shape;3102;p4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03" name="Google Shape;3103;p4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4" name="Google Shape;3104;p4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5" name="Google Shape;3105;p4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6" name="Google Shape;3106;p4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7" name="Google Shape;3107;p4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8" name="Google Shape;3108;p4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9" name="Google Shape;3109;p4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0" name="Google Shape;3110;p4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1" name="Google Shape;3111;p4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2" name="Google Shape;3112;p4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13" name="Google Shape;3113;p4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14" name="Google Shape;3114;p4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5" name="Google Shape;3115;p4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6" name="Google Shape;3116;p4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7" name="Google Shape;3117;p4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8" name="Google Shape;3118;p4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9" name="Google Shape;3119;p4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0" name="Google Shape;3120;p4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1" name="Google Shape;3121;p4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2" name="Google Shape;3122;p4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3" name="Google Shape;3123;p4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